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76" y="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FEE64-3F58-4A8C-976B-9A4C72F7D085}" type="datetimeFigureOut">
              <a:rPr lang="zh-CN" altLang="en-US" smtClean="0"/>
              <a:t>2025/2/17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0B81F-3AFA-426F-9899-25AE209172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7369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FEE64-3F58-4A8C-976B-9A4C72F7D085}" type="datetimeFigureOut">
              <a:rPr lang="zh-CN" altLang="en-US" smtClean="0"/>
              <a:t>2025/2/17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0B81F-3AFA-426F-9899-25AE209172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896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FEE64-3F58-4A8C-976B-9A4C72F7D085}" type="datetimeFigureOut">
              <a:rPr lang="zh-CN" altLang="en-US" smtClean="0"/>
              <a:t>2025/2/17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0B81F-3AFA-426F-9899-25AE209172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3857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FEE64-3F58-4A8C-976B-9A4C72F7D085}" type="datetimeFigureOut">
              <a:rPr lang="zh-CN" altLang="en-US" smtClean="0"/>
              <a:t>2025/2/17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0B81F-3AFA-426F-9899-25AE209172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766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FEE64-3F58-4A8C-976B-9A4C72F7D085}" type="datetimeFigureOut">
              <a:rPr lang="zh-CN" altLang="en-US" smtClean="0"/>
              <a:t>2025/2/17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0B81F-3AFA-426F-9899-25AE209172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8774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FEE64-3F58-4A8C-976B-9A4C72F7D085}" type="datetimeFigureOut">
              <a:rPr lang="zh-CN" altLang="en-US" smtClean="0"/>
              <a:t>2025/2/17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0B81F-3AFA-426F-9899-25AE209172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6061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FEE64-3F58-4A8C-976B-9A4C72F7D085}" type="datetimeFigureOut">
              <a:rPr lang="zh-CN" altLang="en-US" smtClean="0"/>
              <a:t>2025/2/17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0B81F-3AFA-426F-9899-25AE209172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8488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FEE64-3F58-4A8C-976B-9A4C72F7D085}" type="datetimeFigureOut">
              <a:rPr lang="zh-CN" altLang="en-US" smtClean="0"/>
              <a:t>2025/2/17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0B81F-3AFA-426F-9899-25AE209172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69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FEE64-3F58-4A8C-976B-9A4C72F7D085}" type="datetimeFigureOut">
              <a:rPr lang="zh-CN" altLang="en-US" smtClean="0"/>
              <a:t>2025/2/17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0B81F-3AFA-426F-9899-25AE209172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4409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FEE64-3F58-4A8C-976B-9A4C72F7D085}" type="datetimeFigureOut">
              <a:rPr lang="zh-CN" altLang="en-US" smtClean="0"/>
              <a:t>2025/2/17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0B81F-3AFA-426F-9899-25AE209172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1120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FEE64-3F58-4A8C-976B-9A4C72F7D085}" type="datetimeFigureOut">
              <a:rPr lang="zh-CN" altLang="en-US" smtClean="0"/>
              <a:t>2025/2/17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0B81F-3AFA-426F-9899-25AE209172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7475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6FEE64-3F58-4A8C-976B-9A4C72F7D085}" type="datetimeFigureOut">
              <a:rPr lang="zh-CN" altLang="en-US" smtClean="0"/>
              <a:t>2025/2/17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C0B81F-3AFA-426F-9899-25AE209172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176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2827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97875"/>
            <a:ext cx="10515600" cy="1325563"/>
          </a:xfrm>
        </p:spPr>
        <p:txBody>
          <a:bodyPr/>
          <a:lstStyle/>
          <a:p>
            <a:r>
              <a:rPr lang="zh-CN" altLang="en-US" dirty="0"/>
              <a:t>管理好自己的作业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38607"/>
            <a:ext cx="5960165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事先建立存放程序的目录。例如 </a:t>
            </a:r>
            <a:r>
              <a:rPr lang="en-US" altLang="zh-CN" dirty="0"/>
              <a:t>d:\python  </a:t>
            </a:r>
            <a:r>
              <a:rPr lang="zh-CN" altLang="en-US" dirty="0"/>
              <a:t>，目录中不要有中文字（后续读文件可能有障碍）（此事作</a:t>
            </a:r>
            <a:r>
              <a:rPr lang="en-US" altLang="zh-CN" dirty="0"/>
              <a:t>1</a:t>
            </a:r>
            <a:r>
              <a:rPr lang="zh-CN" altLang="en-US" dirty="0"/>
              <a:t>次即可）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启动</a:t>
            </a:r>
            <a:r>
              <a:rPr lang="en-US" altLang="zh-CN" dirty="0" err="1"/>
              <a:t>spyder</a:t>
            </a:r>
            <a:r>
              <a:rPr lang="zh-CN" altLang="en-US" dirty="0"/>
              <a:t>，进入编程环境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选菜单  </a:t>
            </a:r>
            <a:r>
              <a:rPr lang="en-US" altLang="zh-CN" dirty="0" err="1"/>
              <a:t>project</a:t>
            </a:r>
            <a:r>
              <a:rPr lang="en-US" altLang="zh-CN" dirty="0" err="1">
                <a:sym typeface="Wingdings" panose="05000000000000000000" pitchFamily="2" charset="2"/>
              </a:rPr>
              <a:t>new</a:t>
            </a:r>
            <a:r>
              <a:rPr lang="en-US" altLang="zh-CN" dirty="0">
                <a:sym typeface="Wingdings" panose="05000000000000000000" pitchFamily="2" charset="2"/>
              </a:rPr>
              <a:t> project ,</a:t>
            </a:r>
            <a:r>
              <a:rPr lang="zh-CN" altLang="en-US" dirty="0">
                <a:sym typeface="Wingdings" panose="05000000000000000000" pitchFamily="2" charset="2"/>
              </a:rPr>
              <a:t>安图示对话框操作，找到路径（此事只需作一次）</a:t>
            </a:r>
            <a:endParaRPr lang="en-US" altLang="zh-CN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zh-CN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8506" y="1227956"/>
            <a:ext cx="4911379" cy="357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754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97875"/>
            <a:ext cx="10515600" cy="1325563"/>
          </a:xfrm>
        </p:spPr>
        <p:txBody>
          <a:bodyPr/>
          <a:lstStyle/>
          <a:p>
            <a:r>
              <a:rPr lang="zh-CN" altLang="en-US" dirty="0"/>
              <a:t>管理好自己的作业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23438"/>
            <a:ext cx="10515600" cy="47276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后续作作业的过程</a:t>
            </a:r>
            <a:endParaRPr lang="en-US" altLang="zh-CN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启动</a:t>
            </a:r>
            <a:r>
              <a:rPr lang="en-US" altLang="zh-CN" dirty="0" err="1"/>
              <a:t>spyder</a:t>
            </a:r>
            <a:r>
              <a:rPr lang="zh-CN" altLang="en-US" dirty="0"/>
              <a:t>，进入编程环境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选</a:t>
            </a:r>
            <a:r>
              <a:rPr lang="en-US" altLang="zh-CN" dirty="0" err="1"/>
              <a:t>File</a:t>
            </a:r>
            <a:r>
              <a:rPr lang="en-US" altLang="zh-CN" dirty="0" err="1">
                <a:sym typeface="Wingdings" panose="05000000000000000000" pitchFamily="2" charset="2"/>
              </a:rPr>
              <a:t>New</a:t>
            </a:r>
            <a:r>
              <a:rPr lang="zh-CN" altLang="en-US" dirty="0">
                <a:sym typeface="Wingdings" panose="05000000000000000000" pitchFamily="2" charset="2"/>
              </a:rPr>
              <a:t>菜单，新建一个</a:t>
            </a:r>
            <a:r>
              <a:rPr lang="en-US" altLang="zh-CN" dirty="0" err="1">
                <a:sym typeface="Wingdings" panose="05000000000000000000" pitchFamily="2" charset="2"/>
              </a:rPr>
              <a:t>py</a:t>
            </a:r>
            <a:r>
              <a:rPr lang="zh-CN" altLang="en-US" dirty="0">
                <a:sym typeface="Wingdings" panose="05000000000000000000" pitchFamily="2" charset="2"/>
              </a:rPr>
              <a:t>文件</a:t>
            </a:r>
            <a:endParaRPr lang="en-US" altLang="zh-CN" dirty="0">
              <a:sym typeface="Wingdings" panose="05000000000000000000" pitchFamily="2" charset="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sym typeface="Wingdings" panose="05000000000000000000" pitchFamily="2" charset="2"/>
              </a:rPr>
              <a:t>选</a:t>
            </a:r>
            <a:r>
              <a:rPr lang="en-US" altLang="zh-CN" dirty="0" err="1">
                <a:sym typeface="Wingdings" panose="05000000000000000000" pitchFamily="2" charset="2"/>
              </a:rPr>
              <a:t>Filesave</a:t>
            </a:r>
            <a:r>
              <a:rPr lang="en-US" altLang="zh-CN" dirty="0">
                <a:sym typeface="Wingdings" panose="05000000000000000000" pitchFamily="2" charset="2"/>
              </a:rPr>
              <a:t> as</a:t>
            </a:r>
            <a:r>
              <a:rPr lang="zh-CN" altLang="en-US" dirty="0">
                <a:sym typeface="Wingdings" panose="05000000000000000000" pitchFamily="2" charset="2"/>
              </a:rPr>
              <a:t>，为程序文件起一个名字</a:t>
            </a:r>
            <a:endParaRPr lang="en-US" altLang="zh-CN" dirty="0">
              <a:sym typeface="Wingdings" panose="05000000000000000000" pitchFamily="2" charset="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sym typeface="Wingdings" panose="05000000000000000000" pitchFamily="2" charset="2"/>
              </a:rPr>
              <a:t>输入程序代码，然后选择工具栏中的            运行程序</a:t>
            </a:r>
            <a:endParaRPr lang="en-US" altLang="zh-CN" dirty="0">
              <a:sym typeface="Wingdings" panose="05000000000000000000" pitchFamily="2" charset="2"/>
            </a:endParaRPr>
          </a:p>
          <a:p>
            <a:pPr marL="514350" indent="-514350">
              <a:buFont typeface="+mj-lt"/>
              <a:buAutoNum type="arabicPeriod"/>
            </a:pPr>
            <a:endParaRPr lang="en-US" altLang="zh-CN" dirty="0">
              <a:sym typeface="Wingdings" panose="05000000000000000000" pitchFamily="2" charset="2"/>
            </a:endParaRPr>
          </a:p>
          <a:p>
            <a:pPr marL="514350" indent="-514350">
              <a:buFont typeface="+mj-lt"/>
              <a:buAutoNum type="arabicPeriod"/>
            </a:pPr>
            <a:endParaRPr lang="en-US" altLang="zh-CN" dirty="0">
              <a:sym typeface="Wingdings" panose="05000000000000000000" pitchFamily="2" charset="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sym typeface="Wingdings" panose="05000000000000000000" pitchFamily="2" charset="2"/>
              </a:rPr>
              <a:t>程序完成后，到资源管理器，打开存放作业的目录，找到对应的</a:t>
            </a:r>
            <a:r>
              <a:rPr lang="en-US" altLang="zh-CN" dirty="0" err="1">
                <a:sym typeface="Wingdings" panose="05000000000000000000" pitchFamily="2" charset="2"/>
              </a:rPr>
              <a:t>py</a:t>
            </a:r>
            <a:r>
              <a:rPr lang="zh-CN" altLang="en-US" dirty="0">
                <a:sym typeface="Wingdings" panose="05000000000000000000" pitchFamily="2" charset="2"/>
              </a:rPr>
              <a:t>文件，提交作业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425" y="4239287"/>
            <a:ext cx="5886450" cy="8382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8344" y="3629687"/>
            <a:ext cx="685800" cy="609600"/>
          </a:xfrm>
          <a:prstGeom prst="rect">
            <a:avLst/>
          </a:prstGeom>
        </p:spPr>
      </p:pic>
      <p:sp>
        <p:nvSpPr>
          <p:cNvPr id="7" name="椭圆 6"/>
          <p:cNvSpPr/>
          <p:nvPr/>
        </p:nvSpPr>
        <p:spPr>
          <a:xfrm>
            <a:off x="3207950" y="4459879"/>
            <a:ext cx="805250" cy="78443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4886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138</Words>
  <Application>Microsoft Office PowerPoint</Application>
  <PresentationFormat>宽屏</PresentationFormat>
  <Paragraphs>14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Arial</vt:lpstr>
      <vt:lpstr>Wingdings</vt:lpstr>
      <vt:lpstr>Office 主题​​</vt:lpstr>
      <vt:lpstr>PowerPoint 演示文稿</vt:lpstr>
      <vt:lpstr>管理好自己的作业</vt:lpstr>
      <vt:lpstr>管理好自己的作业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revision>6</cp:revision>
  <dcterms:created xsi:type="dcterms:W3CDTF">2023-02-24T04:13:14Z</dcterms:created>
  <dcterms:modified xsi:type="dcterms:W3CDTF">2025-02-17T14:33:25Z</dcterms:modified>
</cp:coreProperties>
</file>