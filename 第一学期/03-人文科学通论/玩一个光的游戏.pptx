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6"/>
  </p:normalViewPr>
  <p:slideViewPr>
    <p:cSldViewPr snapToGrid="0">
      <p:cViewPr varScale="1">
        <p:scale>
          <a:sx n="91" d="100"/>
          <a:sy n="91" d="100"/>
        </p:scale>
        <p:origin x="19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01B61-D59C-BCB9-AB30-660A4F40FE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09FDCD-6C99-60C2-8DAD-AE4FC58F3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D5606E-6D5B-B1CB-9EF6-64D10E56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6AE0D-60C8-F04D-BDB5-7F929336227F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70323B-85B8-F0FB-0D97-8D8DFF06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237915-C3F4-CB79-28D1-F3C44357E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FCFFC-59B7-4048-84B1-EBE689F8BB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554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C068E2-79F4-8E91-49C6-6BA538DDB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159D06-34E6-E54A-BDB3-25F2444B0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590686-839B-1CF3-CC0E-3950C3E1A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6AE0D-60C8-F04D-BDB5-7F929336227F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70745B-1813-11D9-2BA2-E11E6B72B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1A186A-FAF3-DEB0-639D-803535480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FCFFC-59B7-4048-84B1-EBE689F8BB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003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7406F-328E-2190-F30B-6F686CBFA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67DF76-2BDE-9597-A953-B0539CB2A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78756C-9720-796D-C49E-93111C473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6AE0D-60C8-F04D-BDB5-7F929336227F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7CA739-45DD-75C9-C89B-74A99A379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915164-5E8C-FB2B-CE0F-65C526469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FCFFC-59B7-4048-84B1-EBE689F8BB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308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DF391A-C3A1-4DD0-FDDB-1C6ED02DB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AF7D2B-DF63-5F1B-494C-A31EC78F3B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BCF6AA-0FA8-CA62-0162-3D3234F96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BAE2E2-C9A2-9434-67E7-1AE36D56E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6AE0D-60C8-F04D-BDB5-7F929336227F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56428F-DAB4-2568-F35E-59BAE9159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6235CA-7474-C91F-62DB-DCE5449E3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FCFFC-59B7-4048-84B1-EBE689F8BB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582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7AEE4D-EE51-702C-6BBF-F4E424EC0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01E048-0831-7753-F4B2-7F53A9471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BE36AB-7C85-4C02-2565-BB24465F3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921E71-AE03-5F18-7B54-B3B414E154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5891D7-CC81-AC9F-C9E1-665EF92A6F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63BA8B-2C97-C02B-C93A-617F6819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6AE0D-60C8-F04D-BDB5-7F929336227F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287076-30C6-51A9-4747-B4B3C2DD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814A8B-7347-FDD8-D274-4A928628D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FCFFC-59B7-4048-84B1-EBE689F8BB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6051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18420B-8072-42A0-C5B7-2D4D050C7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C55665-FEC1-6956-44BC-60579E68A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6AE0D-60C8-F04D-BDB5-7F929336227F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C59DF0-3739-6120-29ED-920DD714F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C98C5D-16CB-67E7-4248-27498AE0A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FCFFC-59B7-4048-84B1-EBE689F8BB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2696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4ED552-6E24-A915-86C8-B5D80BBF8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6AE0D-60C8-F04D-BDB5-7F929336227F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682C09-C203-5ACC-4877-3658CDF41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2F5958-F201-51CD-EAD0-F208E5197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FCFFC-59B7-4048-84B1-EBE689F8BB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4123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90FDDB-42B6-5F27-BEC0-5B235E696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505AFD-2BA4-AA29-1684-87E64456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D5EB13-D8DB-2E48-24C2-C976751B4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05B1F8-3CB5-47FD-1618-1CA301819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6AE0D-60C8-F04D-BDB5-7F929336227F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34C125-3A5D-4926-FD5C-B3A0EADF8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4C2A55-5F74-DE7E-5355-D26628CB2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FCFFC-59B7-4048-84B1-EBE689F8BB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1764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5B84E7-3F9B-BF08-5A1E-D01642C09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24D32-EB98-C2AD-CA28-D968B2023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6A2371-3F90-8E75-8D30-B67644513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4B3AC3-7557-44E6-FB83-56233D21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6AE0D-60C8-F04D-BDB5-7F929336227F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556635-61E5-2948-A744-4F14E0176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CA0FA1-97DC-BD44-8B70-9D18C572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FCFFC-59B7-4048-84B1-EBE689F8BB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169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A800E-6C58-1AC6-0AE6-12EB8326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4A9A29-7582-433F-DDF2-6DEC00166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581A35-7A1A-4B56-3D9D-30A7F850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6AE0D-60C8-F04D-BDB5-7F929336227F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D2E26A-8510-BFF9-80A4-0E206ACDB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3D9111-68F9-AF6F-22EC-3D2C2F5A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FCFFC-59B7-4048-84B1-EBE689F8BB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075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807E28-C6A8-46D8-6F84-7070B7A30F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3072E6-A117-6C81-729D-7A1ABEEAD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24E1D7-9E1F-D13E-E1BE-FA0A5E0CE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6AE0D-60C8-F04D-BDB5-7F929336227F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32E4B3-0D95-CC39-72E0-49FE420A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1A6EA7-0439-5A09-178C-1050BAE28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FCFFC-59B7-4048-84B1-EBE689F8BB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2296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4DB9C9-7E94-4749-0F9E-DD97686EA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6B160D-3185-B63A-B631-A2865D2CE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16B94B-28DB-2E48-4177-FDD568E3E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26AE0D-60C8-F04D-BDB5-7F929336227F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182CC0-9191-F283-1BAE-2F589F9B7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7EE888-A984-173F-A37B-58419B781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8FCFFC-59B7-4048-84B1-EBE689F8BB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9944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416FC-277F-0159-15D0-E56888AED2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b="1" dirty="0">
                <a:solidFill>
                  <a:schemeClr val="bg1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玩一个光的游戏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E39930-8802-10C3-3B73-A0FBE50FF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bg1"/>
                </a:solidFill>
                <a:latin typeface="Avenir Next" panose="020B0503020202020204" pitchFamily="34" charset="0"/>
              </a:rPr>
              <a:t>2000000</a:t>
            </a:r>
            <a:r>
              <a:rPr kumimoji="1" lang="zh-CN" altLang="en-US" dirty="0">
                <a:solidFill>
                  <a:schemeClr val="bg1"/>
                </a:solidFill>
              </a:rPr>
              <a:t> </a:t>
            </a:r>
            <a:r>
              <a:rPr kumimoji="1" lang="zh-CN" altLang="en-US" dirty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某同学</a:t>
            </a:r>
          </a:p>
        </p:txBody>
      </p:sp>
    </p:spTree>
    <p:extLst>
      <p:ext uri="{BB962C8B-B14F-4D97-AF65-F5344CB8AC3E}">
        <p14:creationId xmlns:p14="http://schemas.microsoft.com/office/powerpoint/2010/main" val="1974086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FB04B-C48D-24F8-FF45-3107BD90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61340D-21DE-E24D-5B2B-4F744624B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C92181-7187-0FD3-1FA6-09F117B44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242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E4F73E19-CC05-5567-41FA-1922F85EB1A0}"/>
              </a:ext>
            </a:extLst>
          </p:cNvPr>
          <p:cNvCxnSpPr/>
          <p:nvPr/>
        </p:nvCxnSpPr>
        <p:spPr>
          <a:xfrm>
            <a:off x="10456985" y="2932631"/>
            <a:ext cx="0" cy="17819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8BFE8E9B-E1E2-D8DD-853D-D562AA6AE38F}"/>
              </a:ext>
            </a:extLst>
          </p:cNvPr>
          <p:cNvSpPr/>
          <p:nvPr/>
        </p:nvSpPr>
        <p:spPr>
          <a:xfrm>
            <a:off x="11013830" y="2580938"/>
            <a:ext cx="375139" cy="3516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CE28959-4D9C-8F37-77C6-CC75F64B3848}"/>
              </a:ext>
            </a:extLst>
          </p:cNvPr>
          <p:cNvSpPr/>
          <p:nvPr/>
        </p:nvSpPr>
        <p:spPr>
          <a:xfrm>
            <a:off x="9911861" y="2988072"/>
            <a:ext cx="363415" cy="35541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笑脸 7">
            <a:extLst>
              <a:ext uri="{FF2B5EF4-FFF2-40B4-BE49-F238E27FC236}">
                <a16:creationId xmlns:a16="http://schemas.microsoft.com/office/drawing/2014/main" id="{3EAFF64D-7629-6A7A-0AB0-ADFF2BC91227}"/>
              </a:ext>
            </a:extLst>
          </p:cNvPr>
          <p:cNvSpPr/>
          <p:nvPr/>
        </p:nvSpPr>
        <p:spPr>
          <a:xfrm>
            <a:off x="7502769" y="3094892"/>
            <a:ext cx="1230923" cy="1266093"/>
          </a:xfrm>
          <a:prstGeom prst="smileyFac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DFA51D-DA5F-3C4A-2DE2-3A1491FC7CBF}"/>
              </a:ext>
            </a:extLst>
          </p:cNvPr>
          <p:cNvSpPr txBox="1"/>
          <p:nvPr/>
        </p:nvSpPr>
        <p:spPr>
          <a:xfrm>
            <a:off x="11509572" y="2396272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</a:rPr>
              <a:t>*</a:t>
            </a:r>
            <a:r>
              <a:rPr kumimoji="1" lang="en-US" altLang="zh-CN" dirty="0">
                <a:solidFill>
                  <a:schemeClr val="bg1"/>
                </a:solidFill>
              </a:rPr>
              <a:t>3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808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AB7983-8499-5072-C6E6-279A9C17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17B216-1081-8925-7F41-DD98CC705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34194B6-EEB7-0D1B-1EA7-02D3B3EA5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0881" y="-199292"/>
            <a:ext cx="5776791" cy="7666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笑脸 3">
            <a:extLst>
              <a:ext uri="{FF2B5EF4-FFF2-40B4-BE49-F238E27FC236}">
                <a16:creationId xmlns:a16="http://schemas.microsoft.com/office/drawing/2014/main" id="{4AA0BD75-B63C-71BA-623A-CA8C8E8A7670}"/>
              </a:ext>
            </a:extLst>
          </p:cNvPr>
          <p:cNvSpPr/>
          <p:nvPr/>
        </p:nvSpPr>
        <p:spPr>
          <a:xfrm>
            <a:off x="8452338" y="2965938"/>
            <a:ext cx="1488831" cy="1512277"/>
          </a:xfrm>
          <a:prstGeom prst="smileyFac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DE48E4-BE56-4622-3E55-71DDCF1D4307}"/>
              </a:ext>
            </a:extLst>
          </p:cNvPr>
          <p:cNvSpPr/>
          <p:nvPr/>
        </p:nvSpPr>
        <p:spPr>
          <a:xfrm>
            <a:off x="11085342" y="4232030"/>
            <a:ext cx="687558" cy="7737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9B5FF7-8DF3-16A8-1730-4CA938FB29ED}"/>
              </a:ext>
            </a:extLst>
          </p:cNvPr>
          <p:cNvSpPr txBox="1"/>
          <p:nvPr/>
        </p:nvSpPr>
        <p:spPr>
          <a:xfrm>
            <a:off x="10934700" y="5222026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</a:rPr>
              <a:t>45</a:t>
            </a:r>
            <a:r>
              <a:rPr kumimoji="1" lang="zh-CN" altLang="en-US" dirty="0">
                <a:solidFill>
                  <a:schemeClr val="bg1"/>
                </a:solidFill>
              </a:rPr>
              <a:t>度向下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55B360B-6C0E-E8BF-86CD-4FA8FA48C635}"/>
              </a:ext>
            </a:extLst>
          </p:cNvPr>
          <p:cNvSpPr/>
          <p:nvPr/>
        </p:nvSpPr>
        <p:spPr>
          <a:xfrm>
            <a:off x="8452338" y="1181686"/>
            <a:ext cx="607256" cy="6439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2E79F7B-0049-681A-63D6-655C46637D2E}"/>
              </a:ext>
            </a:extLst>
          </p:cNvPr>
          <p:cNvSpPr/>
          <p:nvPr/>
        </p:nvSpPr>
        <p:spPr>
          <a:xfrm>
            <a:off x="9059594" y="6176963"/>
            <a:ext cx="534572" cy="547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6946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C5DE2-15CF-AFC4-21DA-EC1114A9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6424A0-1517-944A-8CA3-6E83A9CF6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2681DA1-E25A-747D-CA4D-C345A5178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379" y="-351692"/>
            <a:ext cx="6185241" cy="866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584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BE0B7B-8FBB-2FD0-4F80-DFD12714A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A957E0-DFE3-81A8-BABE-3F497ACB2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E9944A4-61A1-09E3-0A07-719DCA07D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2124" y="0"/>
            <a:ext cx="8104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F32E627C-D395-AC18-E205-B1D32EF04575}"/>
              </a:ext>
            </a:extLst>
          </p:cNvPr>
          <p:cNvSpPr/>
          <p:nvPr/>
        </p:nvSpPr>
        <p:spPr>
          <a:xfrm>
            <a:off x="9397218" y="2124222"/>
            <a:ext cx="562707" cy="56270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E2A52FF-7677-D410-E8E5-CA4B0EC24E05}"/>
              </a:ext>
            </a:extLst>
          </p:cNvPr>
          <p:cNvSpPr/>
          <p:nvPr/>
        </p:nvSpPr>
        <p:spPr>
          <a:xfrm>
            <a:off x="10375509" y="2124222"/>
            <a:ext cx="562707" cy="56270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21D018A-3D36-B763-A171-BDE0055FF133}"/>
              </a:ext>
            </a:extLst>
          </p:cNvPr>
          <p:cNvSpPr/>
          <p:nvPr/>
        </p:nvSpPr>
        <p:spPr>
          <a:xfrm>
            <a:off x="8781073" y="3147646"/>
            <a:ext cx="562707" cy="56270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E2C3271-1EFC-8063-D50D-E62AC3153A39}"/>
              </a:ext>
            </a:extLst>
          </p:cNvPr>
          <p:cNvSpPr/>
          <p:nvPr/>
        </p:nvSpPr>
        <p:spPr>
          <a:xfrm>
            <a:off x="10938216" y="3147645"/>
            <a:ext cx="562707" cy="56270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F60A709-A70B-CA2E-1B9B-9C4C3518ADFD}"/>
              </a:ext>
            </a:extLst>
          </p:cNvPr>
          <p:cNvSpPr/>
          <p:nvPr/>
        </p:nvSpPr>
        <p:spPr>
          <a:xfrm>
            <a:off x="9397217" y="4150592"/>
            <a:ext cx="562707" cy="56270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7D4F858-92C1-AFB7-743B-277B7AFB5CD1}"/>
              </a:ext>
            </a:extLst>
          </p:cNvPr>
          <p:cNvSpPr/>
          <p:nvPr/>
        </p:nvSpPr>
        <p:spPr>
          <a:xfrm>
            <a:off x="10375509" y="4171068"/>
            <a:ext cx="562707" cy="56270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4199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</Words>
  <Application>Microsoft Macintosh PowerPoint</Application>
  <PresentationFormat>宽屏</PresentationFormat>
  <Paragraphs>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等线 Light</vt:lpstr>
      <vt:lpstr>Hiragino Sans GB W3</vt:lpstr>
      <vt:lpstr>Hiragino Sans GB W6</vt:lpstr>
      <vt:lpstr>Arial</vt:lpstr>
      <vt:lpstr>Avenir Next</vt:lpstr>
      <vt:lpstr>Office 主题​​</vt:lpstr>
      <vt:lpstr>玩一个光的游戏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2025-12-23T14:47:15Z</dcterms:created>
  <dcterms:modified xsi:type="dcterms:W3CDTF">2025-12-23T15:00:09Z</dcterms:modified>
</cp:coreProperties>
</file>