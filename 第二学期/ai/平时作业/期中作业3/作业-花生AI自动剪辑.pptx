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6" r:id="rId4"/>
    <p:sldId id="261" r:id="rId5"/>
    <p:sldId id="267" r:id="rId6"/>
    <p:sldId id="263" r:id="rId7"/>
    <p:sldId id="268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/>
    <p:restoredTop sz="94646"/>
  </p:normalViewPr>
  <p:slideViewPr>
    <p:cSldViewPr snapToGrid="0">
      <p:cViewPr varScale="1">
        <p:scale>
          <a:sx n="91" d="100"/>
          <a:sy n="91" d="100"/>
        </p:scale>
        <p:origin x="22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2720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715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563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05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18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352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49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90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000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330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5609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9167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477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685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860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586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444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2735FB-1F88-C44E-A2DA-A7D0283A3DD9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59D799-331B-A545-8497-0EA24017C2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2744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huasheng.c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6D35D-B921-F157-D0D5-CA14B0304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041400"/>
            <a:ext cx="10107168" cy="2387600"/>
          </a:xfrm>
        </p:spPr>
        <p:txBody>
          <a:bodyPr/>
          <a:lstStyle/>
          <a:p>
            <a:r>
              <a:rPr kumimoji="1" lang="zh-CN" altLang="en-US" dirty="0"/>
              <a:t>基于花生</a:t>
            </a:r>
            <a:r>
              <a:rPr kumimoji="1" lang="en-US" altLang="zh-CN" dirty="0"/>
              <a:t>AI</a:t>
            </a:r>
            <a:r>
              <a:rPr kumimoji="1" lang="zh-CN" altLang="en-US" dirty="0"/>
              <a:t>工具的短视频制作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CD1C70-4E18-1358-C054-F7DA02499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58782"/>
            <a:ext cx="9144000" cy="1655762"/>
          </a:xfrm>
        </p:spPr>
        <p:txBody>
          <a:bodyPr/>
          <a:lstStyle/>
          <a:p>
            <a:r>
              <a:rPr kumimoji="1" lang="en-US" altLang="zh-CN" dirty="0"/>
              <a:t>2000000</a:t>
            </a:r>
            <a:r>
              <a:rPr kumimoji="1" lang="zh-CN" altLang="en-US" dirty="0"/>
              <a:t> 某同学</a:t>
            </a:r>
          </a:p>
        </p:txBody>
      </p:sp>
    </p:spTree>
    <p:extLst>
      <p:ext uri="{BB962C8B-B14F-4D97-AF65-F5344CB8AC3E}">
        <p14:creationId xmlns:p14="http://schemas.microsoft.com/office/powerpoint/2010/main" val="295759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09708-CF4E-0DA0-E35C-19D65E1C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46304"/>
            <a:ext cx="10131425" cy="1456267"/>
          </a:xfrm>
        </p:spPr>
        <p:txBody>
          <a:bodyPr/>
          <a:lstStyle/>
          <a:p>
            <a:r>
              <a:rPr kumimoji="1" lang="zh-CN" altLang="en-US" dirty="0"/>
              <a:t>步骤一 内容输入、初步个性化与视频规划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46E8850-FB2B-9738-0F2A-F19E34B7B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735" y="1320376"/>
            <a:ext cx="4079725" cy="2549434"/>
          </a:xfrm>
          <a:prstGeom prst="rect">
            <a:avLst/>
          </a:prstGeom>
        </p:spPr>
      </p:pic>
      <p:pic>
        <p:nvPicPr>
          <p:cNvPr id="3" name="内容占位符 3">
            <a:extLst>
              <a:ext uri="{FF2B5EF4-FFF2-40B4-BE49-F238E27FC236}">
                <a16:creationId xmlns:a16="http://schemas.microsoft.com/office/drawing/2014/main" id="{DA84C866-93E3-E027-11F4-B8BB4F2E6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0376"/>
            <a:ext cx="4296531" cy="2549434"/>
          </a:xfrm>
          <a:prstGeom prst="rect">
            <a:avLst/>
          </a:prstGeom>
        </p:spPr>
      </p:pic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2DFDE8D-EEE1-00A1-B154-447263B7B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735" y="4162263"/>
            <a:ext cx="4082240" cy="2549433"/>
          </a:xfrm>
          <a:prstGeom prst="rect">
            <a:avLst/>
          </a:prstGeom>
        </p:spPr>
      </p:pic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049B3AD6-1931-AE70-77C6-E31671090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44" y="4156760"/>
            <a:ext cx="4082241" cy="255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4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78B4B-6EC2-8975-62AE-128FEE10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制作中存在的“梗与感觉的缺失”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ECC9B-CEFB-E3A2-0DED-48229B96C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Deepseek</a:t>
            </a:r>
            <a:r>
              <a:rPr kumimoji="1" lang="zh-CN" altLang="en-US" dirty="0"/>
              <a:t>从豆包那里，为我生成的口播稿里攫取了各种各样的梗词语，并添加进了稿子里，但是实际上融合得并没有想象中流畅。</a:t>
            </a:r>
            <a:endParaRPr kumimoji="1" lang="en-US" altLang="zh-CN" dirty="0"/>
          </a:p>
          <a:p>
            <a:r>
              <a:rPr kumimoji="1" lang="en-US" altLang="zh-CN" dirty="0"/>
              <a:t>AI</a:t>
            </a:r>
            <a:r>
              <a:rPr kumimoji="1" lang="zh-CN" altLang="en-US" dirty="0"/>
              <a:t>目前只能给你解释清楚梗是怎么来的，因为它从网上能够查找到有人做出来的解释说明，但是</a:t>
            </a:r>
            <a:r>
              <a:rPr kumimoji="1" lang="en-US" altLang="zh-CN" dirty="0"/>
              <a:t>AI</a:t>
            </a:r>
            <a:r>
              <a:rPr kumimoji="1" lang="zh-CN" altLang="en-US" dirty="0"/>
              <a:t>并不能够理解梗是怎么用的，所以在具体的使用中，</a:t>
            </a:r>
            <a:r>
              <a:rPr kumimoji="1" lang="en-US" altLang="zh-CN" dirty="0"/>
              <a:t>AI</a:t>
            </a:r>
            <a:r>
              <a:rPr kumimoji="1" lang="zh-CN" altLang="en-US" dirty="0"/>
              <a:t>暂时还不能够把人类替代掉。</a:t>
            </a:r>
            <a:endParaRPr kumimoji="1" lang="en-US" altLang="zh-CN" dirty="0"/>
          </a:p>
          <a:p>
            <a:r>
              <a:rPr kumimoji="1" lang="zh-CN" altLang="en-US" dirty="0"/>
              <a:t>拿剪辑举个例子（也邀请老师观看我的成片），这个剪辑过程中的节奏把控非常需要依赖于经验、直觉（感觉），如果将它概括为一种技能我会称之为判断力与审美。然而开发</a:t>
            </a:r>
            <a:r>
              <a:rPr kumimoji="1" lang="en-US" altLang="zh-CN" dirty="0"/>
              <a:t>AI</a:t>
            </a:r>
            <a:r>
              <a:rPr kumimoji="1" lang="zh-CN" altLang="en-US" dirty="0"/>
              <a:t>剪辑工具的人并不具有优秀的审美，或者说它暂时没有接收到足够的审美能力输入，在剪辑方面也表明</a:t>
            </a:r>
            <a:r>
              <a:rPr kumimoji="1" lang="en-US" altLang="zh-CN" dirty="0"/>
              <a:t>AI</a:t>
            </a:r>
            <a:r>
              <a:rPr kumimoji="1" lang="zh-CN" altLang="en-US" dirty="0"/>
              <a:t>还不能彻底替代人类。</a:t>
            </a:r>
          </a:p>
        </p:txBody>
      </p:sp>
    </p:spTree>
    <p:extLst>
      <p:ext uri="{BB962C8B-B14F-4D97-AF65-F5344CB8AC3E}">
        <p14:creationId xmlns:p14="http://schemas.microsoft.com/office/powerpoint/2010/main" val="211586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C6ECA-BB88-0963-A756-23F94D84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步骤二 确认创作规划并等待生成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ADD147D-43DE-ED59-6A3C-5D3FB8B96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06" y="2362686"/>
            <a:ext cx="5315234" cy="3183368"/>
          </a:xfrm>
          <a:prstGeom prst="rect">
            <a:avLst/>
          </a:prstGeom>
        </p:spPr>
      </p:pic>
      <p:pic>
        <p:nvPicPr>
          <p:cNvPr id="3" name="内容占位符 3">
            <a:extLst>
              <a:ext uri="{FF2B5EF4-FFF2-40B4-BE49-F238E27FC236}">
                <a16:creationId xmlns:a16="http://schemas.microsoft.com/office/drawing/2014/main" id="{0F4F6EC9-566B-CDAD-D4C2-80C069005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861" y="2392092"/>
            <a:ext cx="5315234" cy="31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1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AD363-86F0-108D-5190-2933FCBD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</a:t>
            </a:r>
            <a:r>
              <a:rPr kumimoji="1" lang="en-US" altLang="zh-CN" dirty="0"/>
              <a:t>AI</a:t>
            </a:r>
            <a:r>
              <a:rPr kumimoji="1" lang="zh-CN" altLang="en-US" dirty="0"/>
              <a:t>剪辑的选择性问题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996EA-FCD8-B003-BC93-1521B52D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目前，花生</a:t>
            </a:r>
            <a:r>
              <a:rPr kumimoji="1" lang="en-US" altLang="zh-CN" dirty="0"/>
              <a:t>AI</a:t>
            </a:r>
            <a:r>
              <a:rPr kumimoji="1" lang="zh-CN" altLang="en-US" dirty="0"/>
              <a:t>提供两种剪辑方案：</a:t>
            </a:r>
            <a:br>
              <a:rPr kumimoji="1" lang="en-US" altLang="zh-CN" dirty="0"/>
            </a:br>
            <a:r>
              <a:rPr kumimoji="1" lang="en-US" altLang="zh-CN" dirty="0"/>
              <a:t>1.MG</a:t>
            </a:r>
            <a:r>
              <a:rPr kumimoji="1" lang="zh-CN" altLang="en-US" dirty="0"/>
              <a:t>动画与素材匹配：</a:t>
            </a:r>
            <a:r>
              <a:rPr kumimoji="1" lang="en-US" altLang="zh-CN" dirty="0"/>
              <a:t>MG</a:t>
            </a:r>
            <a:r>
              <a:rPr kumimoji="1" lang="zh-CN" altLang="en-US" dirty="0"/>
              <a:t>动画会由</a:t>
            </a:r>
            <a:r>
              <a:rPr kumimoji="1" lang="en-US" altLang="zh-CN" dirty="0"/>
              <a:t>AI</a:t>
            </a:r>
            <a:r>
              <a:rPr kumimoji="1" lang="zh-CN" altLang="en-US" dirty="0"/>
              <a:t>直接生成，素材来自各百大</a:t>
            </a:r>
            <a:r>
              <a:rPr kumimoji="1" lang="en-US" altLang="zh-CN" dirty="0"/>
              <a:t>UP</a:t>
            </a:r>
            <a:r>
              <a:rPr kumimoji="1" lang="zh-CN" altLang="en-US" dirty="0"/>
              <a:t>主的视频制作内容训练而成，质量不错，但是由于需要生成动画内容，所以消耗的“花生米”数量较多；</a:t>
            </a:r>
            <a:br>
              <a:rPr kumimoji="1" lang="en-US" altLang="zh-CN" dirty="0"/>
            </a:br>
            <a:r>
              <a:rPr kumimoji="1" lang="en-US" altLang="zh-CN" dirty="0"/>
              <a:t>2.</a:t>
            </a:r>
            <a:r>
              <a:rPr kumimoji="1" lang="zh-CN" altLang="en-US" dirty="0"/>
              <a:t>纯素材匹配：消耗的“花生米”较少，但是内容略显单调，是直接的剪切。</a:t>
            </a:r>
            <a:endParaRPr kumimoji="1" lang="en-US" altLang="zh-CN" dirty="0"/>
          </a:p>
          <a:p>
            <a:r>
              <a:rPr kumimoji="1" lang="zh-CN" altLang="en-US" dirty="0"/>
              <a:t>这两种方案可以按需选择，不过很遗憾的是并没有混合使用的选项。花生米代币目前的价格是</a:t>
            </a:r>
            <a:r>
              <a:rPr kumimoji="1" lang="en-US" altLang="zh-CN" dirty="0"/>
              <a:t>5.8</a:t>
            </a:r>
            <a:r>
              <a:rPr kumimoji="1" lang="zh-CN" altLang="en-US" dirty="0"/>
              <a:t>元每千花生米（开通会员），生成一条</a:t>
            </a:r>
            <a:r>
              <a:rPr kumimoji="1" lang="en-US" altLang="zh-CN" dirty="0"/>
              <a:t>1000</a:t>
            </a:r>
            <a:r>
              <a:rPr kumimoji="1" lang="zh-CN" altLang="en-US" dirty="0"/>
              <a:t>字视频的</a:t>
            </a:r>
            <a:r>
              <a:rPr kumimoji="1" lang="en-US" altLang="zh-CN" dirty="0"/>
              <a:t>MG</a:t>
            </a:r>
            <a:r>
              <a:rPr kumimoji="1" lang="zh-CN" altLang="en-US" dirty="0"/>
              <a:t>动画需要消耗约</a:t>
            </a:r>
            <a:r>
              <a:rPr kumimoji="1" lang="en-US" altLang="zh-CN" dirty="0"/>
              <a:t>700</a:t>
            </a:r>
            <a:r>
              <a:rPr kumimoji="1" lang="zh-CN" altLang="en-US" dirty="0"/>
              <a:t>花生米，而纯素材匹配仅需要约</a:t>
            </a:r>
            <a:r>
              <a:rPr kumimoji="1" lang="en-US" altLang="zh-CN" dirty="0"/>
              <a:t>100</a:t>
            </a:r>
            <a:r>
              <a:rPr kumimoji="1" lang="zh-CN" altLang="en-US" dirty="0"/>
              <a:t>花生米。</a:t>
            </a:r>
            <a:endParaRPr kumimoji="1" lang="en-US" altLang="zh-CN" dirty="0"/>
          </a:p>
          <a:p>
            <a:r>
              <a:rPr kumimoji="1" lang="zh-CN" altLang="en-US" dirty="0"/>
              <a:t>这两种方案很好地指向了两种不同的内容创作形式：如果是希望学习百大</a:t>
            </a:r>
            <a:r>
              <a:rPr kumimoji="1" lang="en-US" altLang="zh-CN" dirty="0"/>
              <a:t>UP</a:t>
            </a:r>
            <a:r>
              <a:rPr kumimoji="1" lang="zh-CN" altLang="en-US" dirty="0"/>
              <a:t>主一样产出高质量精美的视频，则可以选择</a:t>
            </a:r>
            <a:r>
              <a:rPr kumimoji="1" lang="en-US" altLang="zh-CN" dirty="0"/>
              <a:t>MG</a:t>
            </a:r>
            <a:r>
              <a:rPr kumimoji="1" lang="zh-CN" altLang="en-US" dirty="0"/>
              <a:t>动画；如果是希望以量取胜，通过低廉的成本快速追逐热点猜测平台的推流机制，则纯素材匹配非常适宜。</a:t>
            </a:r>
          </a:p>
        </p:txBody>
      </p:sp>
    </p:spTree>
    <p:extLst>
      <p:ext uri="{BB962C8B-B14F-4D97-AF65-F5344CB8AC3E}">
        <p14:creationId xmlns:p14="http://schemas.microsoft.com/office/powerpoint/2010/main" val="29162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071C4-C614-64B6-31D2-3A47CED1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步骤三 预览、个性化调整、导出、发布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D2518E1-68B7-93DC-F2DC-95E8924D8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58" y="2483417"/>
            <a:ext cx="5392298" cy="3211191"/>
          </a:xfrm>
          <a:prstGeom prst="rect">
            <a:avLst/>
          </a:prstGeom>
        </p:spPr>
      </p:pic>
      <p:pic>
        <p:nvPicPr>
          <p:cNvPr id="3" name="全网爆火的傻乎乎人格测试：为什么年轻人都在测SBTI？.mp4">
            <a:hlinkClick r:id="" action="ppaction://media"/>
            <a:extLst>
              <a:ext uri="{FF2B5EF4-FFF2-40B4-BE49-F238E27FC236}">
                <a16:creationId xmlns:a16="http://schemas.microsoft.com/office/drawing/2014/main" id="{A8286C17-731D-E229-7A3F-1E43DD6CCDCA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85" y="2483417"/>
            <a:ext cx="5656657" cy="31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5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1CCA1-341A-80E2-0F62-9AE33AD6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392202"/>
            <a:ext cx="10131425" cy="1456267"/>
          </a:xfrm>
        </p:spPr>
        <p:txBody>
          <a:bodyPr>
            <a:normAutofit/>
          </a:bodyPr>
          <a:lstStyle/>
          <a:p>
            <a:r>
              <a:rPr lang="zh-CN" altLang="zh-CN" sz="3200" dirty="0"/>
              <a:t>结语：从“</a:t>
            </a:r>
            <a:r>
              <a:rPr lang="zh-CN" altLang="en-US" sz="3200" dirty="0"/>
              <a:t>单一</a:t>
            </a:r>
            <a:r>
              <a:rPr lang="zh-CN" altLang="zh-CN" sz="3200" dirty="0"/>
              <a:t>执行”到“</a:t>
            </a:r>
            <a:r>
              <a:rPr lang="en-US" altLang="zh-CN" sz="3200" dirty="0"/>
              <a:t>Prompt</a:t>
            </a:r>
            <a:r>
              <a:rPr lang="zh-CN" altLang="zh-CN" sz="3200" dirty="0"/>
              <a:t>导演”的</a:t>
            </a:r>
            <a:r>
              <a:rPr lang="zh-CN" altLang="en-US" sz="3200" dirty="0"/>
              <a:t>新变化</a:t>
            </a:r>
            <a:endParaRPr kumimoji="1"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29EA3-885D-1A1F-1A0A-455EC84B8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519832"/>
            <a:ext cx="10131425" cy="49459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在本次从实操到案例</a:t>
            </a:r>
            <a:r>
              <a:rPr lang="zh-CN" altLang="en-US" dirty="0"/>
              <a:t>的完整体验里</a:t>
            </a:r>
            <a:r>
              <a:rPr lang="zh-CN" altLang="zh-CN" dirty="0"/>
              <a:t>，智能媒体时代的全新生产</a:t>
            </a:r>
            <a:r>
              <a:rPr lang="zh-CN" altLang="en-US" dirty="0"/>
              <a:t>得到显现</a:t>
            </a:r>
            <a:r>
              <a:rPr lang="zh-CN" altLang="zh-CN" dirty="0"/>
              <a:t>。我们立足于“SBTI”这一热点，</a:t>
            </a:r>
            <a:r>
              <a:rPr lang="zh-CN" altLang="en-US" dirty="0"/>
              <a:t>分别</a:t>
            </a:r>
            <a:r>
              <a:rPr lang="zh-CN" altLang="zh-CN" dirty="0"/>
              <a:t>调度了豆包的信息检索能力、DeepSeek的文本</a:t>
            </a:r>
            <a:r>
              <a:rPr lang="zh-CN" altLang="en-US" dirty="0"/>
              <a:t>撰写技能</a:t>
            </a:r>
            <a:r>
              <a:rPr lang="zh-CN" altLang="zh-CN" dirty="0"/>
              <a:t>，以及花生AI的自动化生成</a:t>
            </a:r>
            <a:r>
              <a:rPr lang="zh-CN" altLang="en-US" dirty="0"/>
              <a:t>技巧</a:t>
            </a:r>
            <a:r>
              <a:rPr lang="zh-CN" altLang="zh-CN" dirty="0"/>
              <a:t> 。在整个创作周期内，创作者本身并未亲</a:t>
            </a:r>
            <a:r>
              <a:rPr lang="zh-CN" altLang="en-US" dirty="0"/>
              <a:t>自动手</a:t>
            </a:r>
            <a:r>
              <a:rPr lang="zh-CN" altLang="zh-CN" dirty="0"/>
              <a:t>剪辑，却在极短的时间内完成了一次高质量的内容生产实践。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它</a:t>
            </a:r>
            <a:r>
              <a:rPr lang="zh-CN" altLang="zh-CN" dirty="0"/>
              <a:t>深刻地揭示了AIGC对传媒业</a:t>
            </a:r>
            <a:r>
              <a:rPr lang="zh-CN" altLang="en-US" dirty="0"/>
              <a:t>的新冲击</a:t>
            </a:r>
            <a:r>
              <a:rPr lang="zh-CN" altLang="zh-CN" dirty="0"/>
              <a:t>：内容的生产技术门槛正在被彻底抹平，传统意义上的“机械执行力”正加速贬值。然而，AI能够极其高效地解释概念、检索素材、计算出最优解，但它在面对 “网感”流变、视听语言中依赖直觉的“审美把控” ，依然</a:t>
            </a:r>
            <a:r>
              <a:rPr lang="zh-CN" altLang="en-US" dirty="0"/>
              <a:t>难以共情，于是“一眼</a:t>
            </a:r>
            <a:r>
              <a:rPr lang="en-US" altLang="zh-CN" dirty="0"/>
              <a:t>AI</a:t>
            </a:r>
            <a:r>
              <a:rPr lang="zh-CN" altLang="en-US" dirty="0"/>
              <a:t>”</a:t>
            </a:r>
            <a:r>
              <a:rPr lang="zh-CN" altLang="zh-CN" dirty="0"/>
              <a:t>。</a:t>
            </a:r>
            <a:r>
              <a:rPr lang="zh-CN" altLang="en-US" dirty="0"/>
              <a:t>当然，这是</a:t>
            </a:r>
            <a:r>
              <a:rPr lang="zh-CN" altLang="zh-CN" dirty="0"/>
              <a:t>人类在智能时代的</a:t>
            </a:r>
            <a:r>
              <a:rPr lang="zh-CN" altLang="en-US" dirty="0"/>
              <a:t>重要</a:t>
            </a:r>
            <a:r>
              <a:rPr lang="zh-CN" altLang="zh-CN" dirty="0"/>
              <a:t>壁垒。 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未来的内容竞争</a:t>
            </a:r>
            <a:r>
              <a:rPr lang="zh-CN" altLang="en-US" dirty="0"/>
              <a:t>思路要从</a:t>
            </a:r>
            <a:r>
              <a:rPr lang="zh-CN" altLang="zh-CN" dirty="0"/>
              <a:t>人与机器的零和博弈</a:t>
            </a:r>
            <a:r>
              <a:rPr lang="zh-CN" altLang="en-US" dirty="0"/>
              <a:t>转向</a:t>
            </a:r>
            <a:r>
              <a:rPr lang="zh-CN" altLang="zh-CN" dirty="0"/>
              <a:t>人机协同效能的全面跃迁。传媒从业者的核心竞争力</a:t>
            </a:r>
            <a:r>
              <a:rPr lang="zh-CN" altLang="en-US" dirty="0"/>
              <a:t>已经变为</a:t>
            </a:r>
            <a:r>
              <a:rPr lang="zh-CN" altLang="zh-CN" dirty="0"/>
              <a:t>全局审视视野、</a:t>
            </a:r>
            <a:r>
              <a:rPr lang="zh-CN" altLang="en-US" dirty="0"/>
              <a:t>和优秀的调试能力</a:t>
            </a:r>
            <a:r>
              <a:rPr lang="zh-CN" altLang="zh-CN" dirty="0"/>
              <a:t>。直觉审美与情绪洞察</a:t>
            </a:r>
            <a:r>
              <a:rPr lang="zh-CN" altLang="en-US" dirty="0"/>
              <a:t>和</a:t>
            </a:r>
            <a:r>
              <a:rPr lang="en-US" altLang="zh-CN" dirty="0"/>
              <a:t>AI</a:t>
            </a:r>
            <a:r>
              <a:rPr lang="zh-CN" altLang="zh-CN" dirty="0"/>
              <a:t>算力与试错</a:t>
            </a:r>
            <a:r>
              <a:rPr lang="zh-CN" altLang="en-US" dirty="0"/>
              <a:t>相辅相成，为内容创作提供了广阔的新空间。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87105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333FA-78B9-1CAB-1B6A-4AA26E348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感谢垂听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2CA6F-7CEB-0DE4-382B-FDEA26E63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花生</a:t>
            </a:r>
            <a:r>
              <a:rPr kumimoji="1" lang="en-US" altLang="zh-CN" dirty="0"/>
              <a:t>AI</a:t>
            </a:r>
            <a:r>
              <a:rPr kumimoji="1" lang="zh-CN" altLang="en-US" dirty="0"/>
              <a:t>：</a:t>
            </a:r>
            <a:r>
              <a:rPr kumimoji="1" lang="en-US" altLang="zh-CN" dirty="0">
                <a:hlinkClick r:id="rId2"/>
              </a:rPr>
              <a:t>www.huasheng.cn</a:t>
            </a:r>
            <a:endParaRPr kumimoji="1" lang="en-US" altLang="zh-CN" dirty="0"/>
          </a:p>
          <a:p>
            <a:r>
              <a:rPr kumimoji="1" lang="zh-CN" altLang="en-US" dirty="0"/>
              <a:t>此</a:t>
            </a:r>
            <a:r>
              <a:rPr kumimoji="1" lang="en-US" altLang="zh-CN" dirty="0"/>
              <a:t>AI</a:t>
            </a:r>
            <a:r>
              <a:rPr kumimoji="1" lang="zh-CN" altLang="en-US" dirty="0"/>
              <a:t>暂无分享对话功能，可在“首页</a:t>
            </a:r>
            <a:r>
              <a:rPr kumimoji="1" lang="en-US" altLang="zh-CN" dirty="0"/>
              <a:t>-</a:t>
            </a:r>
            <a:r>
              <a:rPr kumimoji="1" lang="zh-CN" altLang="en-US" dirty="0"/>
              <a:t>项目”中找到项目历史。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F37433-E871-3A1F-BE8B-9EF91BEC4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302263"/>
            <a:ext cx="4105656" cy="332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18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体">
  <a:themeElements>
    <a:clrScheme name="天体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天体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体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45</TotalTime>
  <Words>750</Words>
  <Application>Microsoft Macintosh PowerPoint</Application>
  <PresentationFormat>宽屏</PresentationFormat>
  <Paragraphs>21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天体</vt:lpstr>
      <vt:lpstr>基于花生AI工具的短视频制作</vt:lpstr>
      <vt:lpstr>步骤一 内容输入、初步个性化与视频规划</vt:lpstr>
      <vt:lpstr>AI制作中存在的“梗与感觉的缺失”</vt:lpstr>
      <vt:lpstr>步骤二 确认创作规划并等待生成</vt:lpstr>
      <vt:lpstr>关于AI剪辑的选择性问题</vt:lpstr>
      <vt:lpstr>步骤三 预览、个性化调整、导出、发布</vt:lpstr>
      <vt:lpstr>结语：从“单一执行”到“Prompt导演”的新变化</vt:lpstr>
      <vt:lpstr>感谢垂听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2026-05-18T05:59:41Z</dcterms:created>
  <dcterms:modified xsi:type="dcterms:W3CDTF">2026-05-26T14:07:55Z</dcterms:modified>
</cp:coreProperties>
</file>